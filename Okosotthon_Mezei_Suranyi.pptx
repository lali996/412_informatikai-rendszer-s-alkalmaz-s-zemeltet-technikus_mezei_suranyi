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9" r:id="rId3"/>
    <p:sldId id="260" r:id="rId4"/>
    <p:sldId id="261" r:id="rId5"/>
    <p:sldId id="262" r:id="rId6"/>
    <p:sldId id="263" r:id="rId7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006" autoAdjust="0"/>
    <p:restoredTop sz="94660"/>
  </p:normalViewPr>
  <p:slideViewPr>
    <p:cSldViewPr snapToGrid="0">
      <p:cViewPr varScale="1">
        <p:scale>
          <a:sx n="88" d="100"/>
          <a:sy n="88" d="100"/>
        </p:scale>
        <p:origin x="403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Alcím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u-HU" smtClean="0"/>
              <a:t>Kattintson ide az alcím mintájának szerkesztéséhez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5736627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95351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7081900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627226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4" name="Tartalom helye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5" name="Szöveg hely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6" name="Tartalom helye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7" name="Dátum hely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8" name="Élőláb hely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Dia számának hely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6933112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Dátum hely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4" name="Élőláb hely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Dia számának hely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0865891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átum hely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3" name="Élőláb hely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Dia számának hely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1678700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Tartalom helye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871011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Kép helye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Szöveg hely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u-HU" smtClean="0"/>
              <a:t>Mintaszöveg szerkesztése</a:t>
            </a:r>
          </a:p>
        </p:txBody>
      </p:sp>
      <p:sp>
        <p:nvSpPr>
          <p:cNvPr id="5" name="Dátum hely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6" name="Élőláb hely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Dia számának hely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5560669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390484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üggőleges cím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Függőleges szöveg helye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3137083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hely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hu-HU" smtClean="0"/>
              <a:t>Mintacím szerkesztése</a:t>
            </a:r>
            <a:endParaRPr lang="hu-HU"/>
          </a:p>
        </p:txBody>
      </p:sp>
      <p:sp>
        <p:nvSpPr>
          <p:cNvPr id="3" name="Szöveg hely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 smtClean="0"/>
              <a:t>Mintaszöveg szerkesztése</a:t>
            </a:r>
          </a:p>
          <a:p>
            <a:pPr lvl="1"/>
            <a:r>
              <a:rPr lang="hu-HU" smtClean="0"/>
              <a:t>Második szint</a:t>
            </a:r>
          </a:p>
          <a:p>
            <a:pPr lvl="2"/>
            <a:r>
              <a:rPr lang="hu-HU" smtClean="0"/>
              <a:t>Harmadik szint</a:t>
            </a:r>
          </a:p>
          <a:p>
            <a:pPr lvl="3"/>
            <a:r>
              <a:rPr lang="hu-HU" smtClean="0"/>
              <a:t>Negyedik szint</a:t>
            </a:r>
          </a:p>
          <a:p>
            <a:pPr lvl="4"/>
            <a:r>
              <a:rPr lang="hu-HU" smtClean="0"/>
              <a:t>Ötödik szint</a:t>
            </a:r>
            <a:endParaRPr lang="hu-HU"/>
          </a:p>
        </p:txBody>
      </p:sp>
      <p:sp>
        <p:nvSpPr>
          <p:cNvPr id="4" name="Dátum hely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FA1C864-ECCA-462D-B7AB-F2A7DFB10D08}" type="datetimeFigureOut">
              <a:rPr lang="hu-HU" smtClean="0"/>
              <a:t>2026. 09. 28.</a:t>
            </a:fld>
            <a:endParaRPr lang="hu-HU"/>
          </a:p>
        </p:txBody>
      </p:sp>
      <p:sp>
        <p:nvSpPr>
          <p:cNvPr id="5" name="Élőláb hely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Dia számának hely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AB1DA75-025B-4A2C-BFAC-7B7A85308071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9199599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/>
              <a:t/>
            </a:r>
            <a:br>
              <a:rPr lang="hu-HU" b="1" dirty="0"/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Okosotthon kiépítése</a:t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  </a:t>
            </a:r>
            <a:r>
              <a:rPr lang="hu-HU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paket</a:t>
            </a: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hu-HU" b="1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tracer</a:t>
            </a: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szimulációval</a:t>
            </a:r>
            <a:endParaRPr lang="hu-HU" b="1" dirty="0"/>
          </a:p>
        </p:txBody>
      </p:sp>
      <p:sp>
        <p:nvSpPr>
          <p:cNvPr id="4" name="Szövegdoboz 3"/>
          <p:cNvSpPr txBox="1"/>
          <p:nvPr/>
        </p:nvSpPr>
        <p:spPr>
          <a:xfrm>
            <a:off x="8547482" y="5227385"/>
            <a:ext cx="25155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dirty="0" smtClean="0">
                <a:solidFill>
                  <a:schemeClr val="bg1"/>
                </a:solidFill>
              </a:rPr>
              <a:t>Mezei Lajos</a:t>
            </a:r>
          </a:p>
          <a:p>
            <a:r>
              <a:rPr lang="hu-HU" dirty="0" smtClean="0">
                <a:solidFill>
                  <a:schemeClr val="bg1"/>
                </a:solidFill>
              </a:rPr>
              <a:t>Surányi Gergő</a:t>
            </a:r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76544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/>
              <a:t/>
            </a:r>
            <a:br>
              <a:rPr lang="hu-HU" b="1" dirty="0"/>
            </a:br>
            <a:endParaRPr lang="hu-HU" b="1" dirty="0"/>
          </a:p>
        </p:txBody>
      </p:sp>
      <p:sp>
        <p:nvSpPr>
          <p:cNvPr id="3" name="Szövegdoboz 2"/>
          <p:cNvSpPr txBox="1"/>
          <p:nvPr/>
        </p:nvSpPr>
        <p:spPr>
          <a:xfrm>
            <a:off x="780971" y="290410"/>
            <a:ext cx="10309564" cy="72943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hu-HU" dirty="0" smtClean="0"/>
          </a:p>
          <a:p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smtClean="0">
                <a:solidFill>
                  <a:schemeClr val="bg1"/>
                </a:solidFill>
              </a:rPr>
              <a:t>Az </a:t>
            </a:r>
            <a:r>
              <a:rPr lang="hu-HU" b="1" dirty="0">
                <a:solidFill>
                  <a:schemeClr val="bg1"/>
                </a:solidFill>
              </a:rPr>
              <a:t>okosotthon</a:t>
            </a:r>
            <a:r>
              <a:rPr lang="hu-HU" dirty="0">
                <a:solidFill>
                  <a:schemeClr val="bg1"/>
                </a:solidFill>
              </a:rPr>
              <a:t> egy komplex, digitálisan vezérelt lakókörnyezet, amelyben az eszközök nemcsak külön-külön működnek, hanem egymással összehangolt rendszert alkotnak. Lényege, hogy a ház „intelligensen” reagál a benne élők igényeire, és sok feladatot automatikusan elvégez.</a:t>
            </a:r>
          </a:p>
          <a:p>
            <a:endParaRPr lang="hu-HU" dirty="0" smtClean="0">
              <a:solidFill>
                <a:schemeClr val="bg1"/>
              </a:solidFill>
            </a:endParaRPr>
          </a:p>
          <a:p>
            <a:endParaRPr lang="hu-HU" dirty="0" smtClean="0">
              <a:solidFill>
                <a:schemeClr val="bg1"/>
              </a:solidFill>
            </a:endParaRPr>
          </a:p>
          <a:p>
            <a:r>
              <a:rPr lang="hu-HU" dirty="0" smtClean="0">
                <a:solidFill>
                  <a:schemeClr val="bg1"/>
                </a:solidFill>
              </a:rPr>
              <a:t>Működési alapelve:</a:t>
            </a:r>
          </a:p>
          <a:p>
            <a:endParaRPr lang="hu-HU" dirty="0">
              <a:solidFill>
                <a:schemeClr val="bg1"/>
              </a:solidFill>
            </a:endParaRPr>
          </a:p>
          <a:p>
            <a:r>
              <a:rPr lang="hu-HU" dirty="0" smtClean="0">
                <a:solidFill>
                  <a:schemeClr val="bg1"/>
                </a:solidFill>
              </a:rPr>
              <a:t>Az </a:t>
            </a:r>
            <a:r>
              <a:rPr lang="hu-HU" dirty="0">
                <a:solidFill>
                  <a:schemeClr val="bg1"/>
                </a:solidFill>
              </a:rPr>
              <a:t>okosotthon központi eleme egy vezérlőrendszer, amely összekapcsolja az eszközöket. Ezek az eszközök szenzorok (pl. hőmérséklet-, fény-, mozgásérzékelők) és végrehajtó egységek (pl. lámpák, termosztátok, zárak). Az adatok folyamatosan áramlanak közöttük, így a rendszer képes döntéseket hozni</a:t>
            </a:r>
            <a:r>
              <a:rPr lang="hu-HU" dirty="0" smtClean="0">
                <a:solidFill>
                  <a:schemeClr val="bg1"/>
                </a:solidFill>
              </a:rPr>
              <a:t>.</a:t>
            </a:r>
          </a:p>
          <a:p>
            <a:endParaRPr lang="hu-HU" dirty="0" smtClean="0">
              <a:solidFill>
                <a:schemeClr val="bg1"/>
              </a:solidFill>
            </a:endParaRPr>
          </a:p>
          <a:p>
            <a:endParaRPr lang="hu-HU" dirty="0">
              <a:solidFill>
                <a:schemeClr val="bg1"/>
              </a:solidFill>
            </a:endParaRPr>
          </a:p>
          <a:p>
            <a:r>
              <a:rPr lang="hu-HU" dirty="0">
                <a:solidFill>
                  <a:schemeClr val="bg1"/>
                </a:solidFill>
              </a:rPr>
              <a:t>Főbb rendszerek az </a:t>
            </a:r>
            <a:r>
              <a:rPr lang="hu-HU" dirty="0" smtClean="0">
                <a:solidFill>
                  <a:schemeClr val="bg1"/>
                </a:solidFill>
              </a:rPr>
              <a:t>okosotthonban:</a:t>
            </a:r>
          </a:p>
          <a:p>
            <a:endParaRPr lang="hu-HU" dirty="0" smtClean="0">
              <a:solidFill>
                <a:schemeClr val="bg1"/>
              </a:solidFill>
            </a:endParaRP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 Világításvezérlés</a:t>
            </a: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 </a:t>
            </a:r>
            <a:r>
              <a:rPr lang="hu-HU" b="1" dirty="0">
                <a:solidFill>
                  <a:schemeClr val="bg1"/>
                </a:solidFill>
              </a:rPr>
              <a:t>Fűtés és klíma </a:t>
            </a:r>
            <a:endParaRPr lang="hu-HU" b="1" dirty="0" smtClean="0">
              <a:solidFill>
                <a:schemeClr val="bg1"/>
              </a:solidFill>
            </a:endParaRP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-Biztonságtechnika</a:t>
            </a: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 </a:t>
            </a:r>
            <a:r>
              <a:rPr lang="hu-HU" b="1" dirty="0">
                <a:solidFill>
                  <a:schemeClr val="bg1"/>
                </a:solidFill>
              </a:rPr>
              <a:t>Háztartási </a:t>
            </a:r>
            <a:r>
              <a:rPr lang="hu-HU" b="1" dirty="0" smtClean="0">
                <a:solidFill>
                  <a:schemeClr val="bg1"/>
                </a:solidFill>
              </a:rPr>
              <a:t>gépek</a:t>
            </a:r>
          </a:p>
          <a:p>
            <a:r>
              <a:rPr lang="hu-HU" b="1" dirty="0">
                <a:solidFill>
                  <a:schemeClr val="bg1"/>
                </a:solidFill>
              </a:rPr>
              <a:t>	</a:t>
            </a:r>
            <a:r>
              <a:rPr lang="hu-HU" b="1" dirty="0" smtClean="0">
                <a:solidFill>
                  <a:schemeClr val="bg1"/>
                </a:solidFill>
              </a:rPr>
              <a:t>			- </a:t>
            </a:r>
            <a:r>
              <a:rPr lang="hu-HU" b="1" dirty="0">
                <a:solidFill>
                  <a:schemeClr val="bg1"/>
                </a:solidFill>
              </a:rPr>
              <a:t>Szórakoztató rendszerek</a:t>
            </a:r>
            <a:r>
              <a:rPr lang="hu-HU" dirty="0"/>
              <a:t/>
            </a:r>
            <a:br>
              <a:rPr lang="hu-HU" dirty="0"/>
            </a:br>
            <a:endParaRPr lang="hu-HU" dirty="0"/>
          </a:p>
          <a:p>
            <a:endParaRPr lang="hu-HU" b="1" dirty="0" smtClean="0"/>
          </a:p>
          <a:p>
            <a:endParaRPr lang="hu-HU" b="1" dirty="0" smtClean="0"/>
          </a:p>
          <a:p>
            <a:pPr marL="285750" indent="-285750">
              <a:buFontTx/>
              <a:buChar char="-"/>
            </a:pPr>
            <a:endParaRPr lang="hu-HU" dirty="0"/>
          </a:p>
          <a:p>
            <a:endParaRPr lang="hu-HU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3718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/>
              <a:t/>
            </a:r>
            <a:br>
              <a:rPr lang="hu-HU" b="1" dirty="0" smtClean="0"/>
            </a:br>
            <a:endParaRPr lang="hu-HU" b="1" dirty="0"/>
          </a:p>
        </p:txBody>
      </p:sp>
      <p:sp>
        <p:nvSpPr>
          <p:cNvPr id="3" name="Szövegdoboz 2"/>
          <p:cNvSpPr txBox="1"/>
          <p:nvPr/>
        </p:nvSpPr>
        <p:spPr>
          <a:xfrm>
            <a:off x="3940160" y="567541"/>
            <a:ext cx="659702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hu-HU" sz="28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Hálózati Topológia</a:t>
            </a:r>
            <a:endParaRPr lang="hu-HU" sz="28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11" name="Téglalap 10"/>
          <p:cNvSpPr/>
          <p:nvPr/>
        </p:nvSpPr>
        <p:spPr>
          <a:xfrm>
            <a:off x="2804160" y="1316321"/>
            <a:ext cx="7863840" cy="43704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indent="1350963" eaLnBrk="0" fontAlgn="base" hangingPunct="0">
              <a:spcBef>
                <a:spcPct val="0"/>
              </a:spcBef>
              <a:spcAft>
                <a:spcPct val="0"/>
              </a:spcAft>
            </a:pPr>
            <a:endParaRPr lang="hu-HU" altLang="hu-HU" dirty="0">
              <a:latin typeface="Arial Unicode MS" panose="020B0604020202020204" pitchFamily="34" charset="-128"/>
              <a:ea typeface="Times New Roman" panose="02020603050405020304" pitchFamily="18" charset="0"/>
              <a:cs typeface="Courier New" panose="02070309020205020404" pitchFamily="49" charset="0"/>
            </a:endParaRPr>
          </a:p>
          <a:p>
            <a:pPr lvl="0" indent="135096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INTERNET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|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[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ISP CLOUD ]</a:t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|</a:t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[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Cisco </a:t>
            </a:r>
            <a:r>
              <a:rPr lang="hu-HU" altLang="hu-HU" sz="2000" dirty="0" err="1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Router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]</a:t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|</a:t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[ CORE SWITCH ]</a:t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_________________|___________________________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|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|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  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|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|	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|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VLAN10     VLAN20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VLAN30       VLAN4	      VLAN50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ADMIN      USERS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IOT              CCTV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	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GUEST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|  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      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|       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  |                   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|</a:t>
            </a:r>
            <a:b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SERVER    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WIFI AP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HOME </a:t>
            </a:r>
            <a:r>
              <a:rPr lang="hu-HU" altLang="hu-HU" sz="2000" dirty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GW   </a:t>
            </a:r>
            <a:r>
              <a:rPr lang="hu-HU" altLang="hu-HU" sz="2000" dirty="0" smtClean="0">
                <a:solidFill>
                  <a:schemeClr val="bg1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CAMERAS</a:t>
            </a:r>
            <a:r>
              <a:rPr lang="hu-HU" altLang="hu-HU" sz="2000" dirty="0" smtClean="0">
                <a:solidFill>
                  <a:schemeClr val="bg1"/>
                </a:solidFill>
              </a:rPr>
              <a:t> </a:t>
            </a:r>
            <a:endParaRPr lang="hu-HU" altLang="hu-HU" sz="2000" dirty="0">
              <a:solidFill>
                <a:schemeClr val="bg1"/>
              </a:solidFill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996728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/>
              <a:t/>
            </a:r>
            <a:br>
              <a:rPr lang="hu-HU" b="1" dirty="0"/>
            </a:br>
            <a:endParaRPr lang="hu-HU" b="1" dirty="0"/>
          </a:p>
        </p:txBody>
      </p:sp>
      <p:sp>
        <p:nvSpPr>
          <p:cNvPr id="4" name="Téglalap 3"/>
          <p:cNvSpPr/>
          <p:nvPr/>
        </p:nvSpPr>
        <p:spPr>
          <a:xfrm>
            <a:off x="2642077" y="372339"/>
            <a:ext cx="6096000" cy="6063198"/>
          </a:xfrm>
          <a:prstGeom prst="rect">
            <a:avLst/>
          </a:prstGeom>
        </p:spPr>
        <p:txBody>
          <a:bodyPr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hu-HU" altLang="hu-HU" sz="2800" b="0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Arial Black" panose="020B0A040201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Fizikai elrendezés</a:t>
            </a:r>
            <a:endParaRPr kumimoji="0" lang="hu-HU" altLang="hu-HU" sz="4400" b="0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 Black" panose="020B0A040201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dirty="0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dirty="0">
                <a:solidFill>
                  <a:schemeClr val="bg1"/>
                </a:solidFill>
                <a:latin typeface="Arial Black" panose="020B0A04020102020204" pitchFamily="34" charset="0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--------------------KERT-------------------------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[Camera]      [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Garden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Lights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    [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Sprinkler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-------------------GARÁZS------------------------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[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Garage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Door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        [EV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Charger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----------------------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HÁZ-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---------------------------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    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NAPPALI        KONYHA         HÁLÓ      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Smart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TV      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Sensors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Thermostat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hu-HU" altLang="hu-HU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Lights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</a:t>
            </a:r>
            <a:r>
              <a:rPr lang="hu-HU" altLang="hu-HU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Smart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Door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Smart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Window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</a:t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hu-HU" altLang="hu-HU" dirty="0" err="1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Motion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szenzor   </a:t>
            </a:r>
            <a:endParaRPr lang="hu-HU" altLang="hu-HU" dirty="0" smtClean="0">
              <a:solidFill>
                <a:schemeClr val="bg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                         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-----------------SERVER ROOM-</a:t>
            </a:r>
            <a:r>
              <a:rPr lang="hu-HU" altLang="hu-HU" dirty="0" smtClean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--------------------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/>
            </a:r>
            <a:b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</a:b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Router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hu-HU" altLang="hu-HU" dirty="0" err="1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Switch</a:t>
            </a:r>
            <a:r>
              <a:rPr lang="hu-HU" altLang="hu-HU" dirty="0">
                <a:solidFill>
                  <a:schemeClr val="bg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NAS     UPS               </a:t>
            </a:r>
            <a:r>
              <a:rPr lang="hu-HU" altLang="hu-HU" dirty="0">
                <a:solidFill>
                  <a:srgbClr val="00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/>
            </a:r>
            <a:br>
              <a:rPr lang="hu-HU" altLang="hu-HU" dirty="0">
                <a:solidFill>
                  <a:srgbClr val="00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</a:br>
            <a:r>
              <a:rPr lang="hu-HU" altLang="hu-HU" dirty="0">
                <a:solidFill>
                  <a:srgbClr val="000000"/>
                </a:solidFill>
                <a:latin typeface="Arial Unicode MS" panose="020B0604020202020204" pitchFamily="34" charset="-128"/>
                <a:ea typeface="Times New Roman" panose="02020603050405020304" pitchFamily="18" charset="0"/>
                <a:cs typeface="Courier New" panose="02070309020205020404" pitchFamily="49" charset="0"/>
              </a:rPr>
              <a:t> </a:t>
            </a:r>
            <a:endParaRPr kumimoji="0" lang="hu-HU" altLang="hu-HU" sz="40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47153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Kép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0435" y="1389667"/>
            <a:ext cx="11748407" cy="5237993"/>
          </a:xfrm>
          <a:prstGeom prst="rect">
            <a:avLst/>
          </a:prstGeom>
        </p:spPr>
      </p:pic>
      <p:sp>
        <p:nvSpPr>
          <p:cNvPr id="6" name="Szövegdoboz 5"/>
          <p:cNvSpPr txBox="1"/>
          <p:nvPr/>
        </p:nvSpPr>
        <p:spPr>
          <a:xfrm>
            <a:off x="2196192" y="351065"/>
            <a:ext cx="7284110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Packet</a:t>
            </a:r>
            <a:r>
              <a:rPr lang="hu-HU" sz="4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</a:t>
            </a:r>
            <a:r>
              <a:rPr lang="hu-HU" sz="4000" dirty="0" err="1" smtClean="0">
                <a:solidFill>
                  <a:schemeClr val="bg1"/>
                </a:solidFill>
                <a:latin typeface="Arial Black" panose="020B0A04020102020204" pitchFamily="34" charset="0"/>
              </a:rPr>
              <a:t>Tracer</a:t>
            </a:r>
            <a:r>
              <a:rPr lang="hu-HU" sz="4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 szimuláció</a:t>
            </a:r>
            <a:endParaRPr lang="hu-HU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90202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alphaModFix amt="79000"/>
            <a:lum/>
          </a:blip>
          <a:srcRect/>
          <a:stretch>
            <a:fillRect l="-58000" t="-1000" r="-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/>
            </a:r>
            <a:br>
              <a:rPr lang="hu-HU" b="1" dirty="0" smtClean="0">
                <a:solidFill>
                  <a:schemeClr val="bg1"/>
                </a:solidFill>
                <a:latin typeface="Arial Black" panose="020B0A04020102020204" pitchFamily="34" charset="0"/>
              </a:rPr>
            </a:br>
            <a:r>
              <a:rPr lang="hu-HU" b="1" dirty="0"/>
              <a:t/>
            </a:r>
            <a:br>
              <a:rPr lang="hu-HU" b="1" dirty="0"/>
            </a:br>
            <a:endParaRPr lang="hu-HU" b="1" dirty="0"/>
          </a:p>
        </p:txBody>
      </p:sp>
      <p:sp>
        <p:nvSpPr>
          <p:cNvPr id="3" name="Szövegdoboz 2"/>
          <p:cNvSpPr txBox="1"/>
          <p:nvPr/>
        </p:nvSpPr>
        <p:spPr>
          <a:xfrm>
            <a:off x="2951196" y="2413545"/>
            <a:ext cx="6543714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hu-HU" sz="4000" dirty="0" smtClean="0">
                <a:solidFill>
                  <a:schemeClr val="bg1"/>
                </a:solidFill>
                <a:latin typeface="Arial Black" panose="020B0A04020102020204" pitchFamily="34" charset="0"/>
              </a:rPr>
              <a:t>Köszönöm a figyelmet!</a:t>
            </a:r>
            <a:endParaRPr lang="hu-HU" sz="4000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334149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-téma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117</Words>
  <Application>Microsoft Office PowerPoint</Application>
  <PresentationFormat>Szélesvásznú</PresentationFormat>
  <Paragraphs>35</Paragraphs>
  <Slides>6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7</vt:i4>
      </vt:variant>
      <vt:variant>
        <vt:lpstr>Téma</vt:lpstr>
      </vt:variant>
      <vt:variant>
        <vt:i4>1</vt:i4>
      </vt:variant>
      <vt:variant>
        <vt:lpstr>Diacímek</vt:lpstr>
      </vt:variant>
      <vt:variant>
        <vt:i4>6</vt:i4>
      </vt:variant>
    </vt:vector>
  </HeadingPairs>
  <TitlesOfParts>
    <vt:vector size="14" baseType="lpstr">
      <vt:lpstr>Arial Unicode MS</vt:lpstr>
      <vt:lpstr>Arial</vt:lpstr>
      <vt:lpstr>Arial Black</vt:lpstr>
      <vt:lpstr>Calibri</vt:lpstr>
      <vt:lpstr>Calibri Light</vt:lpstr>
      <vt:lpstr>Courier New</vt:lpstr>
      <vt:lpstr>Times New Roman</vt:lpstr>
      <vt:lpstr>Office-téma</vt:lpstr>
      <vt:lpstr>    Okosotthon kiépítése    paket tracer szimulációval</vt:lpstr>
      <vt:lpstr>    </vt:lpstr>
      <vt:lpstr>    </vt:lpstr>
      <vt:lpstr>    </vt:lpstr>
      <vt:lpstr>PowerPoint bemutató</vt:lpstr>
      <vt:lpstr>    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Okosotthon kiépítése    paket tracer szimulációval</dc:title>
  <dc:creator>Mezei Lajos</dc:creator>
  <cp:lastModifiedBy>Lenovo T14</cp:lastModifiedBy>
  <cp:revision>8</cp:revision>
  <dcterms:created xsi:type="dcterms:W3CDTF">2026-09-07T05:45:55Z</dcterms:created>
  <dcterms:modified xsi:type="dcterms:W3CDTF">2026-09-28T11:23:51Z</dcterms:modified>
</cp:coreProperties>
</file>